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AXVEER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 Your Moving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Business. Scale Without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Headcount.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 support and AI-powered automation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 moving companies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663440"/>
            <a:ext cx="13716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axveer.com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Sales Team Can't Keep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" cy="128016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Missed Calls = Lost Revenue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unanswered call is a customer who books with your competitor.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737360"/>
            <a:ext cx="54864" cy="128016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Staff Turnover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new sales reps is expensive. They leave. You start over.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2918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291840"/>
            <a:ext cx="54864" cy="128016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20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Quoting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3040" y="3840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reps give different prices. Customers lose trust.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2918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291840"/>
            <a:ext cx="54864" cy="128016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204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Scalability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0" y="3840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trucks means more calls means more people. The math never works.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Moving Quote Calculator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quoting with an intelligent chatbot that handles customer inquiries 24/7, calculates accurate quotes instantly, and books jobs — all without human intervention.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828800" cy="201168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880360"/>
            <a:ext cx="548640" cy="54864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9718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Accurate Quotes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volume, stairs, special items — priced in seconds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2651760"/>
            <a:ext cx="1828800" cy="201168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2880360"/>
            <a:ext cx="548640" cy="54864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9718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608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 Availability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92608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lead. Nights, weekends, holidays.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846320" y="2651760"/>
            <a:ext cx="1828800" cy="201168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0" y="2880360"/>
            <a:ext cx="548640" cy="54864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9718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348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 Pricing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98348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formula every time. No human error or discounts off-policy.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03720" y="2651760"/>
            <a:ext cx="1828800" cy="201168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43800" y="2880360"/>
            <a:ext cx="548640" cy="54864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9718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Integration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04088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directly into your site. No app downloads for customers.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First Quote to Full Automation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78408" y="2240280"/>
            <a:ext cx="54864" cy="292608"/>
          </a:xfrm>
          <a:prstGeom prst="rect">
            <a:avLst/>
          </a:prstGeom>
          <a:solidFill>
            <a:srgbClr val="00C9A7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709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 Bot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984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moving quote calculator on your website. Handles inquiries 24/7.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532888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78408" y="3081528"/>
            <a:ext cx="54864" cy="292608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Secretary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8254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calls, schedules appointments, routes urgent requests. Replaces front-desk staff.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8408" y="3922776"/>
            <a:ext cx="54864" cy="292608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392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Sales Dept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666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calls, follow-ups, upsells. Closes deals without human reps.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215384"/>
            <a:ext cx="548640" cy="5486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&amp; Accounting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507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customer database, invoicing, payments, financial reporting — all automated.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VOICE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 Your Call Center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AI That Never Sleeps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657600" cy="256032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Inbound Calls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8346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every call instantly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quotes in real-time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on-site estimates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complaints &amp; routing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2011680"/>
            <a:ext cx="3657600" cy="2560320"/>
          </a:xfrm>
          <a:prstGeom prst="rect">
            <a:avLst/>
          </a:prstGeom>
          <a:solidFill>
            <a:srgbClr val="13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402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Outbound Calls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0" y="28346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on pending quotes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bookings &amp; details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post-move feedback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packing &amp; storage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Automation Means for Your Bottom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37360"/>
            <a:ext cx="192024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57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costs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7373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73736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057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5176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7373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73736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057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17373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737360"/>
            <a:ext cx="192024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057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04088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quote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Based on typical results for mid-size US moving companies (5-20 trucks)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AXVEER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Engineers Who Understand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Software and Moving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848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Brain Trust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engineers and strategists from Axveer's managed talent pool.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2011680"/>
            <a:ext cx="502920" cy="50292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0848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Industry Expertise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3212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built a production-grade quote bot. We know your business.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5643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Delivery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1732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engineering, deployment, and support — one team, one contract.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3383280"/>
            <a:ext cx="502920" cy="50292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45643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Incremental Approach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3212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with the quote bot. Expand as you see ROI. No lock-in.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Steps to Your First AI Employee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Call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 your pricing model, routes, services, and pain points. 30 minutes.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83464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29000" y="18288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118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611880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 Bot Deployment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11880" y="3154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configure and deploy your branded AI quote calculator within 2 weeks.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83464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09360" y="182880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6492240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&amp; Expand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92240" y="3154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conversion rates, cost savings, and customer satisfaction. Then scale.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Automate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Moving Business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free discovery call. See your custom quote bot demo in action.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926080" cy="548640"/>
          </a:xfrm>
          <a:prstGeom prst="rect">
            <a:avLst/>
          </a:prstGeom>
          <a:solidFill>
            <a:srgbClr val="00C9A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 A DISCOVERY CALL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axveer.com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babin@axveer.com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AXVEER  |  Global Brain Trust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Axveer IT — Automation Solutions for Moving Companies</dc:title>
  <dc:subject>PptxGenJS Presentation</dc:subject>
  <dc:creator>Axveer IT</dc:creator>
  <cp:lastModifiedBy>Axveer IT</cp:lastModifiedBy>
  <cp:revision>1</cp:revision>
  <dcterms:created xsi:type="dcterms:W3CDTF">2026-04-10T13:07:34Z</dcterms:created>
  <dcterms:modified xsi:type="dcterms:W3CDTF">2026-04-10T13:07:34Z</dcterms:modified>
</cp:coreProperties>
</file>