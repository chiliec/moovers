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AXVEER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Your Moving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Business. Scale Without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Headcount.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automation and full IT support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US moving companies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4663440"/>
            <a:ext cx="13716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axveer.com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Sales Team Can't Keep 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Missed Calls = Lost Revenue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63040" y="2286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unanswered call is a customer who books with your competitor.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73736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73736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659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Staff Turnover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0" y="2286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 new sales reps costs thousands. They leave, and you start from scratch.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31520" y="329184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29184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204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474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Inconsistent Quoting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46304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reps give different prices. Customers lose trust and shop around.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29184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29184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5204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474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Scale Affordably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trucks means more calls means more hires. The math never works in your favor.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Moving Quote 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intelligent quote calculator that lives on your website. Customers get accurate pricing in seconds — no phone call needed, no staff required.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5146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24688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price based on distance, volume, stairs, and extras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06324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43000" y="3017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Available 24/7 — captures leads while your office is closed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8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3000" y="3566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pricing every time, no human error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6052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43000" y="4114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Embeds directly on your website, no app needed</a:t>
            </a:r>
            <a:endParaRPr lang="en-US" sz="1100" dirty="0"/>
          </a:p>
        </p:txBody>
      </p:sp>
      <p:sp>
        <p:nvSpPr>
          <p:cNvPr id="13" name="Shape 7"/>
          <p:cNvSpPr/>
          <p:nvPr/>
        </p:nvSpPr>
        <p:spPr>
          <a:xfrm>
            <a:off x="5486400" y="457200"/>
            <a:ext cx="3291840" cy="4297680"/>
          </a:xfrm>
          <a:prstGeom prst="rect">
            <a:avLst/>
          </a:prstGeom>
          <a:solidFill>
            <a:srgbClr val="F0F0F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8"/>
          <p:cNvSpPr/>
          <p:nvPr/>
        </p:nvSpPr>
        <p:spPr>
          <a:xfrm>
            <a:off x="5486400" y="457200"/>
            <a:ext cx="3291840" cy="502920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15" name="Text 9"/>
          <p:cNvSpPr/>
          <p:nvPr/>
        </p:nvSpPr>
        <p:spPr>
          <a:xfrm>
            <a:off x="56235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Moovers — Instant Quote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623560" y="1097280"/>
            <a:ext cx="219456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1"/>
          <p:cNvSpPr/>
          <p:nvPr/>
        </p:nvSpPr>
        <p:spPr>
          <a:xfrm>
            <a:off x="5715000" y="11155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size is your current home?</a:t>
            </a:r>
            <a:endParaRPr lang="en-US" sz="800" dirty="0"/>
          </a:p>
        </p:txBody>
      </p:sp>
      <p:sp>
        <p:nvSpPr>
          <p:cNvPr id="18" name="Shape 12"/>
          <p:cNvSpPr/>
          <p:nvPr/>
        </p:nvSpPr>
        <p:spPr>
          <a:xfrm>
            <a:off x="6492240" y="1508760"/>
            <a:ext cx="2103120" cy="292608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19" name="Text 13"/>
          <p:cNvSpPr/>
          <p:nvPr/>
        </p:nvSpPr>
        <p:spPr>
          <a:xfrm>
            <a:off x="6583680" y="1527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BR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5623560" y="1874520"/>
            <a:ext cx="219456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5715000" y="1892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 pickup address?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6492240" y="2286000"/>
            <a:ext cx="2103120" cy="292608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23" name="Text 17"/>
          <p:cNvSpPr/>
          <p:nvPr/>
        </p:nvSpPr>
        <p:spPr>
          <a:xfrm>
            <a:off x="6583680" y="2304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123 Main St, Dallas, TX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623560" y="2651760"/>
            <a:ext cx="219456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19"/>
          <p:cNvSpPr/>
          <p:nvPr/>
        </p:nvSpPr>
        <p:spPr>
          <a:xfrm>
            <a:off x="5715000" y="26700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are you moving to?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6492240" y="3063240"/>
            <a:ext cx="2103120" cy="292608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27" name="Text 21"/>
          <p:cNvSpPr/>
          <p:nvPr/>
        </p:nvSpPr>
        <p:spPr>
          <a:xfrm>
            <a:off x="6583680" y="3081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456 Oak Ave, Austin, TX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5623560" y="3474720"/>
            <a:ext cx="301752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9" name="Text 23"/>
          <p:cNvSpPr/>
          <p:nvPr/>
        </p:nvSpPr>
        <p:spPr>
          <a:xfrm>
            <a:off x="5760720" y="3520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Estimate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5760720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$1,850 – $2,340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5760720" y="41148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BR • Dallas → Austin • 195 mi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5760720" y="4297680"/>
            <a:ext cx="9144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Now</a:t>
            </a:r>
            <a:endParaRPr lang="en-US" sz="700" dirty="0"/>
          </a:p>
        </p:txBody>
      </p:sp>
      <p:sp>
        <p:nvSpPr>
          <p:cNvPr id="33" name="Text 27"/>
          <p:cNvSpPr/>
          <p:nvPr/>
        </p:nvSpPr>
        <p:spPr>
          <a:xfrm>
            <a:off x="5486400" y="4892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demo: chiliec.github.io/moovers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Monthly Plan. Everything You Need.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Website, AI voice agent, and booking — managed for you under one subscription.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604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26060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48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$300–$500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/mo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Mobile-first website refresh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SEO setup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Ongoing maintenance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920240"/>
            <a:ext cx="2606040" cy="283464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920240"/>
            <a:ext cx="26060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2" name="Shape 10"/>
          <p:cNvSpPr/>
          <p:nvPr/>
        </p:nvSpPr>
        <p:spPr>
          <a:xfrm>
            <a:off x="3977640" y="2057400"/>
            <a:ext cx="1508760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3977640" y="20574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57600" y="24231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$700–$900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/mo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57600" y="333756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website redesign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 + analytics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 form automation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920240"/>
            <a:ext cx="260604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1920240"/>
            <a:ext cx="2606040" cy="5486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148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2514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53796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Growth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24/7 AI Voice Agent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support + integrations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CONCIERGE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Dedicated Phone Line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Never Goes to Voicemail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customers call a real phone number. Our AI answers instantly, handles the conversation naturally, collects move details, and gives an accurate quote — all without a human on the line.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657600" cy="201168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9260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Inbound Calls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4747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every call on the first ring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real-time quotes over the phone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 on-site estimates automatically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urgent calls to your team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2743200"/>
            <a:ext cx="3657600" cy="201168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926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784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Calls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34747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Follows up on pending quotes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Confirms bookings and move details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Collects post-move reviews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Upsells packing and storage services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First Quote to Full Automation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78408" y="2240280"/>
            <a:ext cx="54864" cy="292608"/>
          </a:xfrm>
          <a:prstGeom prst="rect">
            <a:avLst/>
          </a:prstGeom>
          <a:solidFill>
            <a:srgbClr val="22C55E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709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Quote 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1984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moving quote calculator on your website. Captures leads around the clock.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32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78408" y="3081528"/>
            <a:ext cx="54864" cy="292608"/>
          </a:xfrm>
          <a:prstGeom prst="rect">
            <a:avLst/>
          </a:prstGeom>
          <a:solidFill>
            <a:srgbClr val="16A34A">
              <a:alpha val="4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Concierge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28254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every phone call, schedules estimates, and routes urgent requests. Replaces front-desk staff.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74136"/>
            <a:ext cx="548640" cy="5486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74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78408" y="3922776"/>
            <a:ext cx="54864" cy="292608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3392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Sales Team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666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calls, follow-ups, and upsells. Closes deals without human reps.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215384"/>
            <a:ext cx="548640" cy="548640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15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233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 &amp; Accounting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customer database, invoicing, payments, and financial reporting — fully automated.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Automation Means for Your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737360"/>
            <a:ext cx="19202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Reduction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 costs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5176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51760" y="1737360"/>
            <a:ext cx="192024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65176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265176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availability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737360"/>
            <a:ext cx="192024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3x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4632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leads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4088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0" y="1737360"/>
            <a:ext cx="19202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&lt;2s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04088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quote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time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Based on typical results for mid-size US moving companies (5–20 trucks)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AXVEER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Engineers Who Understand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Software and Moving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8483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Brain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1732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Elite engineers and strategists from Axveer's managed talent network.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46320" y="20116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08483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3212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Industry Expertise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53212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already built a production-grade quote system. We know your business.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31520" y="33832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456432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Delivery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417320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Strategy, engineering, deployment, and support — one team, one contract.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846320" y="33832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345643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321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Small, Scale Fast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532120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Begin with the quote form. Add AI voice and more as you see ROI. No lock-in.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to Get Started?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can kick off deployment this week. Here's what happens next: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60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configure your pricing model and branding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quote form goes live on your site within two weeks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Concierge phone line activates — no more missed calls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731520" y="4114800"/>
            <a:ext cx="3291840" cy="594360"/>
          </a:xfrm>
          <a:prstGeom prst="rect">
            <a:avLst/>
          </a:prstGeom>
          <a:solidFill>
            <a:srgbClr val="22C55E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73152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LET'S GET STARTED TODAY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73152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AXVEER  |  axveer.com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0" y="5029200"/>
            <a:ext cx="9144000" cy="73152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Axveer — Automation Solutions for Moving Companies</dc:title>
  <dc:subject>PptxGenJS Presentation</dc:subject>
  <dc:creator>Axveer IT</dc:creator>
  <cp:lastModifiedBy>Axveer IT</cp:lastModifiedBy>
  <cp:revision>1</cp:revision>
  <dcterms:created xsi:type="dcterms:W3CDTF">2026-04-10T15:07:10Z</dcterms:created>
  <dcterms:modified xsi:type="dcterms:W3CDTF">2026-04-10T15:07:10Z</dcterms:modified>
</cp:coreProperties>
</file>